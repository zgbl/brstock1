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f8457f46794d30" /><Relationship Type="http://schemas.openxmlformats.org/officeDocument/2006/relationships/extended-properties" Target="/docProps/app.xml" Id="Rb8930ca4cdf747bf" /><Relationship Type="http://schemas.openxmlformats.org/officeDocument/2006/relationships/officeDocument" Target="/ppt/presentation.xml" Id="R8f4c8546268546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8c3b3405e45a5"/>
  </p:sldMasterIdLst>
  <p:notesMasterIdLst>
    <p:notesMasterId xmlns:r="http://schemas.openxmlformats.org/officeDocument/2006/relationships" r:id="R217824c630764b3f"/>
  </p:notesMasterIdLst>
  <p:sldIdLst>
    <p:sldId xmlns:r="http://schemas.openxmlformats.org/officeDocument/2006/relationships" id="256" r:id="R676aa79008c541f3"/>
    <p:sldId xmlns:r="http://schemas.openxmlformats.org/officeDocument/2006/relationships" id="257" r:id="R66079fb886364c19"/>
    <p:sldId xmlns:r="http://schemas.openxmlformats.org/officeDocument/2006/relationships" id="258" r:id="R0bbf2f59c4a849bb"/>
    <p:sldId xmlns:r="http://schemas.openxmlformats.org/officeDocument/2006/relationships" id="259" r:id="R0085daa858894fb8"/>
    <p:sldId xmlns:r="http://schemas.openxmlformats.org/officeDocument/2006/relationships" id="260" r:id="Rff4e1f4d9355463d"/>
    <p:sldId xmlns:r="http://schemas.openxmlformats.org/officeDocument/2006/relationships" id="261" r:id="R7fee2f4e94d14002"/>
    <p:sldId xmlns:r="http://schemas.openxmlformats.org/officeDocument/2006/relationships" id="262" r:id="R2cbd55068e194f48"/>
    <p:sldId xmlns:r="http://schemas.openxmlformats.org/officeDocument/2006/relationships" id="263" r:id="Ra48e6011f7a14a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8c3b3405e45a5" /><Relationship Type="http://schemas.openxmlformats.org/officeDocument/2006/relationships/theme" Target="/ppt/theme/theme1.xml" Id="R1ca3dc4d2ac2408f" /><Relationship Type="http://schemas.openxmlformats.org/officeDocument/2006/relationships/notesMaster" Target="/ppt/notesMasters/notesMaster1.xml" Id="R217824c630764b3f" /><Relationship Type="http://schemas.openxmlformats.org/officeDocument/2006/relationships/presProps" Target="/ppt/presProps.xml" Id="R3de9856c79724bda" /><Relationship Type="http://schemas.openxmlformats.org/officeDocument/2006/relationships/viewProps" Target="/ppt/viewProps.xml" Id="R7c85e03a0a5a4a3c" /><Relationship Type="http://schemas.openxmlformats.org/officeDocument/2006/relationships/tableStyles" Target="/ppt/tableStyles.xml" Id="R7c4e3e294f034ac4" /><Relationship Type="http://schemas.openxmlformats.org/officeDocument/2006/relationships/slide" Target="/ppt/slides/slide1.xml" Id="R676aa79008c541f3" /><Relationship Type="http://schemas.openxmlformats.org/officeDocument/2006/relationships/slide" Target="/ppt/slides/slide2.xml" Id="R66079fb886364c19" /><Relationship Type="http://schemas.openxmlformats.org/officeDocument/2006/relationships/slide" Target="/ppt/slides/slide3.xml" Id="R0bbf2f59c4a849bb" /><Relationship Type="http://schemas.openxmlformats.org/officeDocument/2006/relationships/slide" Target="/ppt/slides/slide4.xml" Id="R0085daa858894fb8" /><Relationship Type="http://schemas.openxmlformats.org/officeDocument/2006/relationships/slide" Target="/ppt/slides/slide5.xml" Id="Rff4e1f4d9355463d" /><Relationship Type="http://schemas.openxmlformats.org/officeDocument/2006/relationships/slide" Target="/ppt/slides/slide6.xml" Id="R7fee2f4e94d14002" /><Relationship Type="http://schemas.openxmlformats.org/officeDocument/2006/relationships/slide" Target="/ppt/slides/slide7.xml" Id="R2cbd55068e194f48" /><Relationship Type="http://schemas.openxmlformats.org/officeDocument/2006/relationships/slide" Target="/ppt/slides/slide8.xml" Id="Ra48e6011f7a14a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c075734c59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b45dfbbe5444d" /><Relationship Type="http://schemas.openxmlformats.org/officeDocument/2006/relationships/notesMaster" Target="/ppt/notesMasters/notesMaster1.xml" Id="Re1cee6ea2c83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9a76e50df4996" /><Relationship Type="http://schemas.openxmlformats.org/officeDocument/2006/relationships/notesMaster" Target="/ppt/notesMasters/notesMaster1.xml" Id="R61fb696f1ee5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125e0f1b284582" /><Relationship Type="http://schemas.openxmlformats.org/officeDocument/2006/relationships/notesMaster" Target="/ppt/notesMasters/notesMaster1.xml" Id="R9dde7c6589d44d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a51e25ec747f2" /><Relationship Type="http://schemas.openxmlformats.org/officeDocument/2006/relationships/notesMaster" Target="/ppt/notesMasters/notesMaster1.xml" Id="Rf94d6c8887ed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3153804fa54c71" /><Relationship Type="http://schemas.openxmlformats.org/officeDocument/2006/relationships/notesMaster" Target="/ppt/notesMasters/notesMaster1.xml" Id="R8adc36bd5e3949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fd4edb5c0843d9" /><Relationship Type="http://schemas.openxmlformats.org/officeDocument/2006/relationships/notesMaster" Target="/ppt/notesMasters/notesMaster1.xml" Id="R6fe27f5d5ef145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eb662045f8424f" /><Relationship Type="http://schemas.openxmlformats.org/officeDocument/2006/relationships/notesMaster" Target="/ppt/notesMasters/notesMaster1.xml" Id="Ra31325f59dc042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adbd695c548a6" /><Relationship Type="http://schemas.openxmlformats.org/officeDocument/2006/relationships/notesMaster" Target="/ppt/notesMasters/notesMaster1.xml" Id="R9714354cfb7b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fa2dff45f45c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8d6b8f62f8d48bf" /><Relationship Type="http://schemas.openxmlformats.org/officeDocument/2006/relationships/slideLayout" Target="/ppt/slideLayouts/slideLayout2.xml" Id="Rf6abaf6a5e1a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abaf6a5e1a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562aa7bf14e08" /><Relationship Type="http://schemas.openxmlformats.org/officeDocument/2006/relationships/notesSlide" Target="/ppt/notesSlides/notesSlide1.xml" Id="R9cbf620eac81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f9c62eac4401a" /><Relationship Type="http://schemas.openxmlformats.org/officeDocument/2006/relationships/notesSlide" Target="/ppt/notesSlides/notesSlide2.xml" Id="R74c724606b90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e5e9778544ba1" /><Relationship Type="http://schemas.openxmlformats.org/officeDocument/2006/relationships/notesSlide" Target="/ppt/notesSlides/notesSlide3.xml" Id="Raa36d8c9ce5441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98342541ac447b" /><Relationship Type="http://schemas.openxmlformats.org/officeDocument/2006/relationships/notesSlide" Target="/ppt/notesSlides/notesSlide4.xml" Id="Rf2d73841ee6a4d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774ae64a04721" /><Relationship Type="http://schemas.openxmlformats.org/officeDocument/2006/relationships/notesSlide" Target="/ppt/notesSlides/notesSlide5.xml" Id="R6556fca4000e4e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01a915afe49c5" /><Relationship Type="http://schemas.openxmlformats.org/officeDocument/2006/relationships/notesSlide" Target="/ppt/notesSlides/notesSlide6.xml" Id="R8f3fe0c36ba040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7cd40978904de8" /><Relationship Type="http://schemas.openxmlformats.org/officeDocument/2006/relationships/notesSlide" Target="/ppt/notesSlides/notesSlide7.xml" Id="R484e256ac9924b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e18504d304b96" /><Relationship Type="http://schemas.openxmlformats.org/officeDocument/2006/relationships/notesSlide" Target="/ppt/notesSlides/notesSlide8.xml" Id="R80bff58fcebb49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F3C10-E98A-4060-AD86-7BEF838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E9944-CDAE-495A-B645-831D4D53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B1CA5-756C-4DBB-99F0-63B5177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1C43C-6AA9-4C3D-A298-BD63BB16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24164-9413-4FBA-877A-1561AC19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48317-85E2-4BB1-A885-DAB382A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F0679-BE64-4A69-9A48-0FCA1E0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PRODUCT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DB7F9-4380-4C69-874A-5468BF3E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BRStock AI is becoming a strategy evidence workbench for self-directed traders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A2E8E-A738-4C57-8410-10797DC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A bilingual platform that connects market data, technical indicators, AI commentary, synthetic option chains, and historical backtesting.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C28E2-CEEF-4B94-B127-7ACD395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E0E20-EF3C-4975-9DAF-CD65C94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609D6-5911-4C09-842E-B8B57A0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FC6BE-6BC5-4770-8EC9-8E8E4552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672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OPTION SYNTH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2A989-9C1A-4F32-B099-E7C29ED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00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64075-F19E-4A29-87D4-BD77696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AI ANALYST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16099-115A-4B65-8167-2FDA2A8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DF615-45F4-4041-BAD3-CA73A707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Current traction inside the 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7F4D4-1BF5-4998-9538-55D94A08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A0C07-6779-40CE-8BC5-1EDBCEFB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71511-8E65-44F9-AD56-F1D4AE4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core app 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09F91-C2D6-473E-A047-929B9C1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Dashboard, chart, AI, strategy, backtest, options, synthetic 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41129-B511-4AC9-B9F6-AFFE4BFB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DCE9F-F87F-482A-8E7B-D37E0366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backend route domains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835FF-4F08-4914-8EA9-9C703214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Auth, stocks, options, strategies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5A43B-8ADB-4E78-B6B0-BCB82D48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1A423-9A12-4A2D-B80B-DC652EF4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strategy families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F6189-1F34-42F1-8118-B3B158AC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RSI, SMA, MACD, Bollinger, spreads, portfolio sleeves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1EC49-5E72-45EA-8B2E-B3FCC7F7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9D4CB-72F7-4848-8669-7A1EB7D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426673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D7221-DA27-4A28-96A0-B0FA839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A22C1-6507-4F96-9B65-D9885F6B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0882-E181-4E51-A0B6-D09917F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D98A2-A6B7-46C3-BC9B-7CE3ED9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84E5-EEF1-4EE2-8BAE-234B7CAB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A67EA-D2C8-418B-8F8E-49D4429A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606A4-994D-478B-9CDD-86A96E06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MARKET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EA0F2-D23C-4F76-9C9B-21F2A2A1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Retail traders have tools for quotes, but not enough tools for explaining whether a strategy deserves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7E76A-4E2A-4C9A-BA20-86DB0E83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The current workflow is fragmented: charts in one place, option chains in another, notes elsewhere, and backtests that often hide assumptions.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EE45F-5739-4B42-9331-B5114D2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CD0E7-D3BE-40F1-BB78-B908A8A5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3C59F-BC63-493F-9F13-7D99F724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Historical option-chain data is expensive or unavailable for many individual traders.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0E02E-CD06-426B-9C46-0E34285D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91D65-4FB9-4EC1-ADDC-FFC6836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D9A6E-6BAA-485D-B34F-B0CEEE7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AI summaries are useful only when grounded in actual indicators, assumptions, and test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483A2-EE00-4FD8-BDAE-00DED29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3285D-7728-4EF7-A6D3-6706146E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0C63F-52A6-49DF-AC10-B272C11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Strategy iteration needs a saved evidence trail, not isolated screenshots.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F7C0E-3921-4A9D-B137-D60BB62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286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6D3D4-C1DF-4D5B-AB7B-67C8F7FC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Fragmented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99616-7C07-44C8-9F07-1171677B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71D00-0ABE-4EE4-99DE-4301FB0E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7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78413-1170-4D53-8144-DCBE42C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BDC73-A7F9-4708-A1A4-78E3530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19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Option chains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1AE08-A7FA-46DF-A522-DC6017D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482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95395-FDF9-4867-B2C9-B2376469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AI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C4481-7EC3-4B7D-940B-24B12890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6D263-C85B-42D0-BCBB-53F670FB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05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Backtests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43B58-7367-44E6-A199-9DF72FFE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987D00-4762-428D-89E3-1265848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4118130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9E900-901A-48FB-BE96-3DCE9A32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0077-A582-483E-B916-40EE004A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3D9A7-A74F-4B2A-A0B8-129A77F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1B6A1-2E6F-4D44-A6BB-E65BF8F6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97B8-890A-4853-9C32-5C43B7C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700E1-C40D-45BB-B340-C5A4F4B7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3C102-2C1D-4A10-BCA0-0EABE34D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CURRENT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1ECE8-2733-4EBF-BBAF-CC62173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47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The project already has the foundation for a full research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61D5-3165-4081-B543-B86CCF07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FastAPI backend, static trading workbench UI, database fallback, Moomoo path, AI provider fallbacks, and OptionSynth are now connected enough for demos and iteration.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F6C35-BB5C-460B-B3D6-9522D50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EC8E3-E95F-4C3B-AFD4-8C0852EC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31F49-4D1B-4A37-90D6-3DB7F941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737F-D842-4566-BB81-B075C14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580DD-07E0-4BC2-8395-1599E15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Indicators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3ABFC-88E2-44C3-96C7-4B869DE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60265-4539-4A51-8E6D-599C7059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88501-8C09-4675-9DF9-B77E32F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AI 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62F00-6395-4320-8315-64C099BE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FD762-0CCD-46A5-9935-B872EEF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11657-849B-49CA-90BA-88B53F63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OptionSynth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499E-9B65-4B34-A92E-1C7FE39D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69A96-3B59-4E3F-8F8D-01E23879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EF7A1-1AEC-491C-929B-9D43502D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3E4F5-0E75-4D7F-A8E7-EA7B3C26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4A726-B1E1-43A3-8ADF-E7DF0E03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29556-D1CC-485D-91F6-41E25C7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51A2C-EF85-4059-A6DF-8EC47EF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Existing modules now form the raw loop; the next step is to make the evidence visible in one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56C74-DB65-4504-A3B8-19918AE6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20E87-3CA1-461A-A885-8C61AD4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7634793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70255-B038-4227-B311-8E48BFB1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47169-BCAB-4FF5-BEC2-8E03CFF8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F13A8-F853-48A1-8989-47AB215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96AB2-D201-4213-873D-8953065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61DC6-2125-4BAC-A51D-D336DD6D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A6191-ACD6-4A23-97C9-3EE3451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41A9F-D893-499F-9CC3-FA46AFD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B8C85-5D75-49D4-BB8A-F907F99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The app has moved beyond MVP into a multi-module trading 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27AD0-1739-41AA-9B21-A281B54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1D281-1F0D-44A2-BD14-41D1FC76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57A3C-1A5F-4389-BE4C-6E957030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EFB42-19BF-40D9-9AEC-CF155E2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Watchlist, market status, top-level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9E5BD-055E-4398-ABE4-FB732A1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D7B57-1B3D-4BD6-93C7-D75498B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Chart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EEAE4-DD0E-475F-8ACE-B72B9177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C1877-1D8E-4284-8267-A2C77A4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Candles, volume, RSI, MACD, moving averages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D5F8A-A78C-4B04-B399-C531E9A8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004E8-E349-4C40-A875-333A6EC5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AI Insights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D1D0F-117E-45E7-8E88-7AC8DCE2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7725F-A2FC-45C5-A116-EE8A805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Provider-backed analysis with bilingual output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56570-329D-47BD-B102-22990E07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C3F12-654B-4F51-84EF-C3774FE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Backtesting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05E9B-4DD6-4BDF-85EA-E1EA4F57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DF6FD-A2D6-491A-80E7-F8575EA3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Stock, option, and portfolio strategy simulation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CDA5B-DC64-4E24-8C4E-8D06D028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72EFB-14BE-48D2-A8EC-23D9CEC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Options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633E3-9D49-454A-B395-FDDA2D07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12F33-CDBA-4EF8-A1B9-2A5A0C2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Moomoo real chain path plus synthetic fallback direction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1B27C-53E3-4F29-BECC-03E086D2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77D3E-02D0-44DC-BAE0-5C070CF8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Synthetic Chain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CFC12-1175-47E2-A310-3C22FB0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86929E-5E2B-4B78-AE9A-156D2B5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Manual inspection of IV, Greeks, bid/ask/mid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DC22A-55F2-4F8D-AF06-FA2B7E2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B8F60-F40D-44B7-83C3-9C526851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5420357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6196E-EDAB-4E33-BDF7-2F9E8D2B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DE685-74A9-4E31-A789-DC9CC81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35B85-9FED-41DD-95AE-FB6D197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8437C-90A7-48EE-A895-C318CD1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AFD2-4512-40D6-889B-0B6A5DB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3F542-A30B-4BB0-B2F2-62947FD0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AD735-FC87-4FD7-80FA-328EA4D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DIFFERENTIATED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ED0E4-E684-47CC-90C1-043E9FE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OptionSynth is the platform’s strongest early differentiator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EEFD4-61E7-4889-8FE9-3BB30BE3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It turns long stock history into synthetic option chains so options strategies can be tested even when historical chains are unavailable.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0A5E7-EB72-4101-976C-0E64D3DD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0B485-6AFD-4130-BE80-A9D6338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FC4A1-6AA4-4A35-B551-B4415CEE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576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Daily price, RSI, 20D historical volatility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6EE41-3653-4192-8244-AF41712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38006-C1AB-461B-9F8E-ADA7A59A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695D0-E976-4693-9DCC-E3687ACD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54C60-2E0F-454F-8931-B9426079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Synthetic IV mapping, skew, Black-Scholes, Greeks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EBFDF-56E6-4361-BD6E-848695AB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D879F-6FA5-4A14-A299-561D69B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9FE20-81F5-4E27-9AAD-A439C7AB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3E484-AA2B-4772-AE89-C732A1FA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387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Calls, puts, bid/ask/mid, premium, delta, gamma, theta, vega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1CEA5-2A4A-4D9A-B8EB-BEEA7FB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BCC2F-9F6A-4AE8-B176-5316B25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E34EA-E601-40E6-B085-5A970FFB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164C2-DE3D-4603-94FA-E8BC5F9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292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WHEELS, LEAPS, debit/credit spreads, portfolio sleeves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73DDA-AD39-4DD9-B5A0-9D01D80E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1600"/>
            <a:ext cx="1905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31091-243F-4E08-8E03-2F9F399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75FDE-051F-47E5-90B8-2DE2DB54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Synthetic chains let the product demo strategy validation before expensive historical chain coverage is solved.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E4E7E-23B6-4B3E-AD22-BD396A7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9F184-4369-4859-ADAE-4A58CC6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6826310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69C34-F4A3-4D9A-839A-80FA152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4E18B-CFC1-4B8B-9A43-6791FBD9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330F0-0D38-4300-908A-724FE1AC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75DF7-BAE6-45B9-A7E7-691459A0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72553-6B43-41B2-A283-811C68A6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C56D5-FC56-4F6D-A43B-DA7B8F5B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E1E25-FE96-473C-A3BC-CB0A44ED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NEXT PRODUCT BET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7475C-EBD0-4A62-8409-B0604090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Strategy Evidence Lab unifies the product into one investor-demo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13AB3-512D-4027-AA91-A707471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One page should explain the signal, run the backtest, compare benchmarks, disclose assumptions, and generate a bilingual report.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C787D-C4B2-47D7-98F7-E29765A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2514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48DC7-C74E-4EB8-88E1-26C878B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Strategy Evidence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9B746-1076-41BB-BCD3-5A631A1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222E8-FF2C-4B47-B7DE-C423C504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D15CB-3B6E-49C5-AF97-52852B7B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81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Why now?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CBD0C-525A-4D8A-8F2C-33B5659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97E78-8E63-44B7-A335-DDF53EB0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C45A4-389D-45C6-9A83-F176B6A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What happened historically?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0F01E-0A3A-42AF-A3AE-B07ED2A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8ACA3-E66C-4BF9-A83F-8948727E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Assumptions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18A35-8769-452E-ADF0-E8C8E4D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Which data and fill model?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DDF50-0742-48DD-AA1F-FF0E3A6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339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9589C-117B-45CC-94DF-F2513CD5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1070D-A000-4457-B56C-3980B2E0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Where did it fail?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C070A-ADF1-4B61-B0B1-BB940A47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33950"/>
            <a:ext cx="1638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6C07B-25C5-47EF-874E-C677220A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C0FF0-4F76-4DC0-B0EB-09C0E3D0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What should be tested next?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83E54-3E1F-4A2F-8F44-7EB00DE5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38E58-76A9-434C-98C3-9028295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293103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2F12C-B67E-4788-85A5-2D38F6B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2938F-DE64-4883-9486-724381AF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9C879-6608-4A8D-8C68-B8CA0991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A3EBB-229B-4115-A03F-80581F50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90C0B-EF15-456E-B1D8-118C3A82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6328A-BE27-4E00-BA71-CA9FF820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24415-0CF6-4FB0-A08A-D0F3071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576F1-1E3E-4355-AF3F-B28D34B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Development should advance in small, verifiable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6D74B-7BAB-4718-B59B-186B636B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DCFB3-9ECD-4E1D-9D58-3B995D8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27F67-7034-499C-9138-5A3E890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Stabilize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8117A-70DB-4952-A784-DDDABBA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DE754-EA1A-4979-B1B8-9550617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API contracts, data labels, smoke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1D4C3-CE7F-4A8C-BE6D-8F30718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B5D1A-EBBF-4E38-8845-19602A8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A6E9C-FE3B-4B99-B495-ECE6BED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D7858-F174-4389-8D06-800AE4D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Credibility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918F4-BC72-4DAB-B402-11F5C6FE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93CA1-E037-4784-B62A-7E5689C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Assumption panel, benchmark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50301-D9D1-4D86-BE02-1C2ED80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9BC29-F47E-400F-B682-0DD2BE8C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58460-75BB-4BDA-B5DA-C641DB7E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8D299-091E-4366-A5FC-BFE7BD67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Lab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B2523-4B65-446C-9FA9-54EDD82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DB02E-E79D-460F-8C6A-06CEFF0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Snapshot endpoint, unified research page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BB389-A51E-4B0D-81B4-9ADC9038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87317-C9C5-419E-BFDD-9586465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4EE1D-AA21-4B15-8040-84334577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FC613D-9C9B-4E8A-B9CD-FEA7603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AI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5D1E1-56F9-4238-BB57-954C2C16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8B617-F039-4205-AB58-0741C571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Structured evidence into bilingual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BF8A0-7D31-412D-AA33-B71241E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D8423C-A5BB-47E4-A8C4-5C8F9026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DACA0-AEB8-4421-B766-8FF9AE7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906731-0335-41C1-8053-2042661B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59E4C1-AEAA-48C3-9ECF-D0D19DD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D50B29-3A05-46E2-BB6E-EC96EE2A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Save and compare experiments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5A72C-B6D4-43B6-A15C-69271F35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8630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1174A3-51B3-4C85-8E56-594D6A0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1562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E51D63-F443-4F5A-82FD-DB3CE05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719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8F89E-AA7E-4DD7-9A0B-1CDDC14F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148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2F8"/>
                </a:solidFill>
                <a:latin typeface="Aptos"/>
                <a:ea typeface="Aptos"/>
                <a:cs typeface="Aptos"/>
              </a:rPr>
              <a:t>Real Data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EE8A28-7680-48EB-938E-926870F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86E3A3-EE51-4DDA-B4CA-23795BC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149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Provider-normalized option-chain schema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59E4A-0EC9-488F-B0AC-BD6B11F3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BA35B-8A14-40EC-A712-E8BB3537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253480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DC2047-4136-47DF-A6DA-DBD541A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7BBFD-8259-413C-9B75-F59C0A06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C442C-63D8-4AC8-AB8E-FED5533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9D65-A5C3-4E7F-A6F0-2698F9B3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BRStock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F307-E3E1-47A1-B6C5-479AABC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Investor Progress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CC2A8-E1F4-4125-96B0-132DBDB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66B34-13E1-4819-8B5A-BE6AC004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INVESTOR READOUT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E88C4-F965-4701-8FA3-CB67CD6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EAF2F8"/>
                </a:solidFill>
                <a:latin typeface="Aptos Display"/>
                <a:ea typeface="Aptos Display"/>
                <a:cs typeface="Aptos Display"/>
              </a:rPr>
              <a:t>The next milestone is a credible strategy validation loop, not another standalone 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6168-FE6E-4158-81E9-366873AD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EA4B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EA4B5"/>
                </a:solidFill>
                <a:latin typeface="Aptos"/>
                <a:ea typeface="Aptos"/>
                <a:cs typeface="Aptos"/>
              </a:rPr>
              <a:t>BRStock AI is positioned to become a practical trading research system: research, test, explain, save, compare, and improve.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CDEA-D367-425A-BFCA-8D18BF75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1"/>
          </a:solidFill>
          <a:ln xmlns:a="http://schemas.openxmlformats.org/drawingml/2006/main" w="9525">
            <a:solidFill>
              <a:srgbClr val="2440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F4D6F-D497-4660-B3DB-54DDC8F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Near-term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661EB-57DE-4F19-91D1-9A7BFC6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477D5-8D7D-4099-99F9-5B7F4AC8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Strategy Evidence Lab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C00A4-3EC4-45E1-B99A-6DFF6FF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Technical moat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F27BC-CBF2-4653-991E-F870E9D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14D96-60DC-4C34-A12C-D671DE30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Synthetic option-chain validation and assumptions transparency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3B9B1-E429-40D5-B4BB-438CA62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Commercial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99FE1-2107-4E81-A231-A21A7D0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152D4-3A26-465B-84E3-66CA7AA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AF2F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AF2F8"/>
                </a:solidFill>
                <a:latin typeface="Aptos"/>
                <a:ea typeface="Aptos"/>
                <a:cs typeface="Aptos"/>
              </a:rPr>
              <a:t>Power-user research workflow for active stock and options traders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36870-7913-4A1B-A46A-3D3738B6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435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Research -&gt; Test -&gt; Explain -&gt; Save -&gt; Compare -&gt; Improve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88A03-ABE3-493E-B05D-FE38E9B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BRStock AI | Product progress and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38E8F-7113-41A6-A70B-68B2B8A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19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78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88A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534426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2026-05-10T22:41:46.9670000Z</dcterms:created>
  <dcterms:modified xsi:type="dcterms:W3CDTF">2026-05-10T22:41:46.9670000Z</dcterms:modified>
</coreProperties>
</file>